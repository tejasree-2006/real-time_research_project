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1: The Birth of a Revolutionary Idea: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Albert Einstein introduced E=mc² in 1905 as part of his theory of relativity.</a:t>
            </a:r>
          </a:p>
          <a:p>
            <a:pPr>
              <a:defRPr sz="1800"/>
            </a:pPr>
            <a:r>
              <a:t>This formula shows the relationship between energy (E) and mass (m) with the speed of light (c) squared.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2: Understanding the Formula: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E=mc² means a small amount of mass can be converted into a huge amount of energy.</a:t>
            </a:r>
          </a:p>
          <a:p>
            <a:pPr>
              <a:defRPr sz="1800"/>
            </a:pPr>
            <a:r>
              <a:t>Here, c is the speed of light, which is an enormous number, making energy much larger than mass.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3: Real-World Implications: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This equation explains how the sun produces energy through nuclear fusion.</a:t>
            </a:r>
          </a:p>
          <a:p>
            <a:pPr>
              <a:defRPr sz="1800"/>
            </a:pPr>
            <a:r>
              <a:t>It also laid the groundwork for nuclear power and atomic weapons.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4: Impact on Science and Technology: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E=mc² changed physics by linking mass and energy as interchangeable.</a:t>
            </a:r>
          </a:p>
          <a:p>
            <a:pPr>
              <a:defRPr sz="1800"/>
            </a:pPr>
            <a:r>
              <a:t>It opened new fields of research in energy, particle physics, and cosmology.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5: The Legacy of Einstein’s Equation: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Even today, E=mc² guides scientists exploring the universe’s mysteries.</a:t>
            </a:r>
          </a:p>
          <a:p>
            <a:pPr>
              <a:defRPr sz="1800"/>
            </a:pPr>
            <a:r>
              <a:t>It symbolizes the power hidden in matter and the unity of nature’s forces.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